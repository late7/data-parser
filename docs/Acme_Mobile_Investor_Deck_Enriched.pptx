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Mobile — Universal Loyalty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Deck | July 2025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Consumers manage dozens of physical and digital loyalty cards, creating friction at checkout.</a:t>
            </a:r>
          </a:p>
          <a:p>
            <a:r>
              <a:t>Merchants lack real-time visibility into customer behavior and campaign performance.</a:t>
            </a:r>
          </a:p>
          <a:p>
            <a:r>
              <a:t>Existing loyalty systems are fragmented, costly, and slow to deploy for SMB retailers.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Acme replaces physical loyalty cards with a single universal QR-based mobile wallet.</a:t>
            </a:r>
          </a:p>
          <a:p>
            <a:r>
              <a:t>Merchants access an AI-driven analytics dashboard for customer insights, segmentation, and campaigns.</a:t>
            </a:r>
          </a:p>
          <a:p>
            <a:r>
              <a:t>Deployment in &lt;1 day with no additional hardware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 Retail Loyalty Software TAM: €18B</a:t>
            </a:r>
          </a:p>
          <a:p>
            <a:r>
              <a:t>Serviceable Market (Nordics &amp; DACH): €1.2B</a:t>
            </a:r>
          </a:p>
          <a:p>
            <a:r>
              <a:t>Initial focus on SMB retailers with 1–50 locations.</a:t>
            </a:r>
          </a:p>
          <a:p/>
          <a:p>
            <a:r>
              <a:t>Tailwinds: cashless payments, mobile wallets, data-driven retail marketing.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MRR €500k (July 2025) | 12% MoM growth</a:t>
            </a:r>
          </a:p>
          <a:p>
            <a:r>
              <a:t>150k monthly active consumers</a:t>
            </a:r>
          </a:p>
          <a:p>
            <a:r>
              <a:t>400 paying merchant locations</a:t>
            </a:r>
          </a:p>
          <a:p>
            <a:r>
              <a:t>Average merchant ARPU: €1,250 / year</a:t>
            </a:r>
          </a:p>
          <a:p>
            <a:r>
              <a:t>Churn &lt; 2.5% monthly (merchant)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CEO: Sami Virtanen — ex-Wolt, former GM Nordics</a:t>
            </a:r>
          </a:p>
          <a:p>
            <a:r>
              <a:t>CTO: Laura Niemi — ex-Supercell, AI &amp; data platforms</a:t>
            </a:r>
          </a:p>
          <a:p>
            <a:r>
              <a:t>10 FTE total: 8 engineers &amp; growth marketers</a:t>
            </a:r>
          </a:p>
          <a:p/>
          <a:p>
            <a:r>
              <a:t>Advisors: former retail CIOs and payments industry executives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burn: €250k | Runway: 20 months</a:t>
            </a:r>
          </a:p>
          <a:p>
            <a:r>
              <a:t>Gross margin: 78%</a:t>
            </a:r>
          </a:p>
          <a:p>
            <a:r>
              <a:t>Customer Acquisition Cost (CAC): €45</a:t>
            </a:r>
          </a:p>
          <a:p>
            <a:r>
              <a:t>Lifetime Value (LTV): €310</a:t>
            </a:r>
          </a:p>
          <a:p>
            <a:r>
              <a:t>LTV / CAC: 6.9x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Seed+ 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€5M to fund 18 months of runway toward Series A</a:t>
            </a:r>
          </a:p>
          <a:p/>
          <a:p>
            <a:r>
              <a:t>Use of funds:</a:t>
            </a:r>
          </a:p>
          <a:p>
            <a:r>
              <a:t>• 60% Product &amp; engineering</a:t>
            </a:r>
          </a:p>
          <a:p>
            <a:r>
              <a:t>• 25% Go-to-market</a:t>
            </a:r>
          </a:p>
          <a:p>
            <a:r>
              <a:t>• 15% Operations &amp; compliance</a:t>
            </a:r>
          </a:p>
          <a:p/>
          <a:p>
            <a:r>
              <a:t>Target outcomes: €1.2M+ MRR, multi-country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