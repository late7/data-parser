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 — Mobile Productivity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High-velocity teamwork for SMBs</a:t>
            </a:r>
          </a:p>
          <a:p>
            <a:r>
              <a:t>Helsinki, Finland | Founded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workers juggle 6–10 tools daily. Context switching costs ~23 minutes per interruption.</a:t>
            </a:r>
          </a:p>
          <a:p>
            <a:r>
              <a:t>Mobile-first teams lack reliable workflows, offline access, and governance on the go.</a:t>
            </a:r>
          </a:p>
          <a:p>
            <a:r>
              <a:t>SMBs adopt tools bottom-up but fail to scale them securely.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&amp;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all-in-one, mobile-first workspace combining:</a:t>
            </a:r>
          </a:p>
          <a:p>
            <a:r>
              <a:t>• Tasks &amp; lightweight project management</a:t>
            </a:r>
          </a:p>
          <a:p>
            <a:r>
              <a:t>• Docs &amp; structured knowledge</a:t>
            </a:r>
          </a:p>
          <a:p>
            <a:r>
              <a:t>• Async video &amp; voice updates</a:t>
            </a:r>
          </a:p>
          <a:p>
            <a:r>
              <a:t>• Embedded AI summarization and prioritization</a:t>
            </a:r>
          </a:p>
          <a:p/>
          <a:p>
            <a:r>
              <a:t>Time-to-value &lt; 60 minutes. 83% weekly active usage in pilot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€12.5B — Global SMB collaboration &amp; productivity software</a:t>
            </a:r>
          </a:p>
          <a:p>
            <a:r>
              <a:t>SAM: €3.1B — Mobile-first and hybrid-work SMBs in EU &amp; North America</a:t>
            </a:r>
          </a:p>
          <a:p>
            <a:r>
              <a:t>SOM: €450M — Initial beachhead (10–500 employee companies)</a:t>
            </a:r>
          </a:p>
          <a:p/>
          <a:p>
            <a:r>
              <a:t>Tailwinds: BYOD, async-first work, AI copilots, SMB SaaS consolidation.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ARR: €6.0M | MRR: €500k</a:t>
            </a:r>
          </a:p>
          <a:p>
            <a:r>
              <a:t>Net Revenue Retention: 122%</a:t>
            </a:r>
          </a:p>
          <a:p>
            <a:r>
              <a:t>Gross Margin: 82–84%</a:t>
            </a:r>
          </a:p>
          <a:p>
            <a:r>
              <a:t>20 enterprise pilots converting to paid rollouts</a:t>
            </a:r>
          </a:p>
          <a:p>
            <a:r>
              <a:t>CAC payback &lt; 12 months | Avg. ACV: €9.6k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Bottom-up adoption via free tier → Sales-assisted expansion → Enterprise contracts</a:t>
            </a:r>
          </a:p>
          <a:p/>
          <a:p>
            <a:r>
              <a:t>Pricing (per user / month):</a:t>
            </a:r>
          </a:p>
          <a:p>
            <a:r>
              <a:t>• Starter: €12</a:t>
            </a:r>
          </a:p>
          <a:p>
            <a:r>
              <a:t>• Pro: €24</a:t>
            </a:r>
          </a:p>
          <a:p>
            <a:r>
              <a:t>• Enterprise: €49 (SSO, admin, compliance)</a:t>
            </a:r>
          </a:p>
          <a:p/>
          <a:p>
            <a:r>
              <a:t>Primary channels: content, app marketplaces, founder-led sales.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&amp;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Indirect: Notion, Slack, Asana</a:t>
            </a:r>
          </a:p>
          <a:p>
            <a:r>
              <a:t>Direct overlap: ClickUp, Monday</a:t>
            </a:r>
          </a:p>
          <a:p/>
          <a:p>
            <a:r>
              <a:t>Acme edge:</a:t>
            </a:r>
          </a:p>
          <a:p>
            <a:r>
              <a:t>• Designed mobile-first, not desktop-adapted</a:t>
            </a:r>
          </a:p>
          <a:p>
            <a:r>
              <a:t>• Offline sync &amp; low-bandwidth reliability</a:t>
            </a:r>
          </a:p>
          <a:p>
            <a:r>
              <a:t>• On-device AI for privacy-sensitive customers</a:t>
            </a:r>
          </a:p>
          <a:p>
            <a:r>
              <a:t>• Fast SMB deployment velocity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Q3: SOC 2 Type I audit, calendar integrations</a:t>
            </a:r>
          </a:p>
          <a:p>
            <a:r>
              <a:t>Q4: Offline mode v2, admin analytics, SSO/SAML</a:t>
            </a:r>
          </a:p>
          <a:p>
            <a:r>
              <a:t>Q1: ML-based task prioritization, workflow marketplace</a:t>
            </a:r>
          </a:p>
          <a:p>
            <a:r>
              <a:t>Q2: Industry templates (consulting, construction, field services)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